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Workshop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DC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講師訓練簡報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第一章：開場與心理建設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1：歡迎頁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3498D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核心概念：今天不是來上課，是來完成一個作品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講：「唯一的成功標準是離開時有一個可以分享的網址」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講：「AI 是你的手，你負責出腦」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做：觀察學生表情，必要時破冰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2：今天你的角色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3498D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核心概念：你是 PM + 創意總監，不是工程師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講：「我們不是來學寫程式的，你的工作是指揮 AI」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講：「就像導演不用自己演戲，但要知道怎麼說戲」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做：若學生說「我不會寫程式」，回應「太好了，今天本來就不用你寫」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3：AI 不是答題機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3498D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核心概念：AI 是超快的實習生，不是百科全書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講：三種任務——查事實（驗證對錯）、產草稿（喜不喜歡）、做你不會的事（能不能跑）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講：「你覺得它錯，代表你有品味」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做：舉例「請實習生做海報，做得醜不叫錯，叫再改」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4：網頁的本質是什麼？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第二章：HTML — 網頁的骨架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ECC7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核心概念：網頁 = 文字 + 結構，就這樣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講：「所有網站，底層都是純文字檔」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Demo：展示完全沒有 CSS 的 HTML 頁面（Level 0）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做：讓學生打開範例網站，切換到 Level 0 看「裸體 HTML」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5：HTML 骨架三兄弟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ECC7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核心概念：每個 HTML 都有固定的外殼結構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講：&lt;html&gt; 是整棟房子、&lt;head&gt; 是屋頂閣樓、&lt;body&gt; 是客廳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Demo：打開 index.html，指認這三個標籤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做：只講「這三個一定會有」，不深入細節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6：內容三劍客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ECC7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核心概念：最常用的三個標籤：標題、段落、連結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講：&lt;h1&gt; 大標題、&lt;p&gt; 段落、&lt;a&gt; 連結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Demo：展示三個標籤的程式碼範例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做：請學生在範例中找到這三種標籤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7：表格結構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ECC7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核心概念：表格是「結構最直觀」的 HTML 元素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講：&lt;table&gt; 整張表、&lt;tr&gt; 一橫排、&lt;td&gt; 一格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講：「就像 Excel，一格一格，只是用文字寫出來」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做：一起數一個表格有幾個 &lt;tr&gt;、幾個 &lt;td&gt;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8：其他常見標籤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ECC7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核心概念：還有很多標籤，但今天不用全部學會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講：快速帶過 &lt;img&gt;、&lt;div&gt;、&lt;span&gt;、&lt;ul&gt;/&lt;li&gt;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講：「這些以後 AI 會幫你用，你認得就好」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做：若學生問細節，回答「很好的問題，之後問 AI」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9：&lt;head&gt; 裡的東西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ECC7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核心概念：&lt;head&gt; 放的是給瀏覽器和搜尋引擎看的資訊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講：&lt;title&gt; 是分頁標題、&lt;meta&gt; 是各種設定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講：「這些是讓網站在手機上正常顯示的魔法咒語，AI 會幫你寫」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做：只讓學生知道這東西存在，不解釋 viewport 或 charset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10：同一個 HTML，完全不同的世界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第三章：CSS — 網頁的化妝術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8E44A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核心概念：CSS 是化妝，不是整形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講：「HTML 是骨架，CSS 是皮膚和衣服」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Demo：現場切換 Level 0 → Level 1，停頓 3 秒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做：問「內容有變嗎？」（沒有）「那變的是什麼？」（外觀）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11：顏色與背景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8E44A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核心概念：改顏色是最快產生「我做到了」感覺的方式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講：color 文字顏色、background-color 背景顏色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Demo：展示改顏色的 CSS 程式碼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做：讓學生選一個喜歡的顏色，請 AI 幫忙改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12：間距的魔法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8E44A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核心概念：間距決定「擠」還是「舒服」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講：padding 內距、margin 外距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講：「留白不是浪費空間，是讓眼睛休息」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做：把某個區塊的 padding 從 10px 改成 40px，看差異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13：卡片感三件套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8E44A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核心概念：三個屬性讓任何東西變成「卡片」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講：border 邊框、border-radius 圓角、box-shadow 陰影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Demo：切換到 Level 2 看卡片效果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做：讓學生觀察「卡片感」的視覺變化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14：class 是什麼？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8E44A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核心概念：class 是幫元素「貼標籤」，讓 CSS 找得到它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講：HTML 寫 class="card"，CSS 寫 .card { }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講：「.」就是「找 class 叫這個名字的元素」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做：不講 id、不講 selector 優先級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15：CSS 不用背，問 AI 就好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8E44A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核心概念：CSS 屬性有幾百個，沒人全部記得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講：「你只需要會說『我想要什麼效果』，然後問 AI」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Demo：示範 prompt「請幫我把按鈕變成圓角、有陰影、hover 時顏色變深」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做：讓學生用自己的話描述一個想要的效果，一起問 AI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16：Layer 0 → Layer 1 → Layer 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第四章：從醜到美的蛻變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D354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核心概念：同一個內容，三種「解析度」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講：Level 0 裸體 HTML、Level 1 基本 CSS、Level 2 精緻 UI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Demo：來回切換三個 Level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做：每切換一次，問「內容變了嗎？功能變了嗎？那變的是什麼？」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17：Hover 效果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D354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核心概念：滑鼠移上去時的小動畫，讓網站「活起來」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講：transition 讓變化平滑、:hover 滑鼠移上去時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講：「卡片上移 + 陰影加深 = 專業感」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做：在 Level 2 把滑鼠移到卡片上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18：什麼是「上線」？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第五章：讓世界看見 — 部署上線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核心概念：把檔案放到網路上，讓別人打開網址就能看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講：「現在網站只存在你的電腦裡」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講：「GitHub Pages 就是 GitHub 免費借你的那台 24 小時開機的電腦」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做：用「借電腦」的比喻讓概念變得親切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19：GitHub Pages 上線步驟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核心概念：三個步驟，拿到你的網址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講：上傳 index.html → Settings → Pages → Branch: main → Save → 等 1-2 分鐘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Demo：一起操作完整流程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做：讓學生拿到網址後立刻傳給一個朋友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20：改一個字，世界就更新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核心概念：部署的魔法：改 → 存 → 自動更新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講：「你剛剛改變了一個在網路上的東西」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Demo：在 GitHub 上直接編輯、Commit、重新整理網址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做：讓學生改自己網站的一個字，看到更新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21：今天你完成了什麼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第六章：收尾與展望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16A08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核心概念：盤點成就，強化信心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講：可分享的網址 / HTML 是骨架、CSS 是外觀 / 指揮 AI 的工作流 / 自己改網站內容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做：慢慢講，讓學生有「我真的做到了」的感覺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做：請學生分享網址，互相看看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22：回家能做什麼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16A08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核心概念：給學生「下課後的方向」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講：改內容在 GitHub 編輯、改樣式問 AI、加功能問 AI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講：「不用怕弄壞，GitHub 有歷史紀錄，隨時能救回來」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做：降低學生「回家繼續玩」的恐懼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23：下一堂課預告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16A08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核心概念：埋下期待的種子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講：「今天是手動版，下次教你自動化」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講：預告 Git CLI、Gemini CLI、Node.js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做：若時間允許，快速展示 Firebase Studio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24：Q&amp;A 與結語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16A08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核心概念：回答問題，正式收尾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412480" cy="2560320"/>
          </a:xfrm>
          <a:prstGeom prst="roundRect">
            <a:avLst>
              <a:gd name="adj" fmla="val 3571"/>
            </a:avLst>
          </a:prstGeom>
          <a:solidFill>
            <a:srgbClr val="ECF0F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講師提示：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講：「你今天已經比 90% 的人更了解網站是怎麼運作的」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講：「記得把網址分享給朋友」</a:t>
            </a:r>
            <a:endParaRPr lang="en-US" sz="14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做：準備 FAQ 答案，可拍合照或螢幕截圖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Vibe Coding Workshop - 講師訓練簡報</dc:title>
  <dc:subject>Training Deck for Instructors</dc:subject>
  <dc:creator>Vibe Coding Workshop</dc:creator>
  <cp:lastModifiedBy>Vibe Coding Workshop</cp:lastModifiedBy>
  <cp:revision>1</cp:revision>
  <dcterms:created xsi:type="dcterms:W3CDTF">2026-01-17T03:26:10Z</dcterms:created>
  <dcterms:modified xsi:type="dcterms:W3CDTF">2026-01-17T03:26:10Z</dcterms:modified>
</cp:coreProperties>
</file>