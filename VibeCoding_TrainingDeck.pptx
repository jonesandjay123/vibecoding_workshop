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0" roundtripDataSignature="AMtx7mi+grqRKHfj367ZsGQByRvxnMUV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" name="Google Shape;17;p1" title="Gemini_Generated_Image_4tk0eh4tk0eh4tk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"/>
            <a:ext cx="9144003" cy="5103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1：歡迎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</a:t>
            </a:r>
            <a:r>
              <a:rPr b="1" lang="en-US" sz="1800">
                <a:solidFill>
                  <a:srgbClr val="FFFFFF"/>
                </a:solidFill>
              </a:rPr>
              <a:t>基礎網頁工程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</a:t>
            </a:r>
            <a:r>
              <a:rPr lang="en-US">
                <a:solidFill>
                  <a:srgbClr val="34495E"/>
                </a:solidFill>
              </a:rPr>
              <a:t>目標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是離開時有一個可以分享的網址」</a:t>
            </a:r>
            <a:endParaRPr b="0" i="0" sz="1400" u="none" cap="none" strike="noStrike">
              <a:solidFill>
                <a:srgbClr val="3449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「AI 是你的手，你負責出腦」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/>
          <p:nvPr/>
        </p:nvSpPr>
        <p:spPr>
          <a:xfrm>
            <a:off x="0" y="0"/>
            <a:ext cx="9144000" cy="10059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365760" y="182880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2：今天你的角色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65760" y="1188720"/>
            <a:ext cx="8412600" cy="640200"/>
          </a:xfrm>
          <a:prstGeom prst="roundRect">
            <a:avLst>
              <a:gd fmla="val 14286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548640" y="1280160"/>
            <a:ext cx="804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</a:t>
            </a:r>
            <a:r>
              <a:rPr b="1" lang="en-US" sz="1800">
                <a:solidFill>
                  <a:srgbClr val="FFFFFF"/>
                </a:solidFill>
              </a:rPr>
              <a:t>我們</a:t>
            </a: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是 PM + 創意總監，不是工程師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365760" y="2011680"/>
            <a:ext cx="8412600" cy="256020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548640" y="2468880"/>
            <a:ext cx="80466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「我們不是學寫程式的，是</a:t>
            </a:r>
            <a:r>
              <a:rPr lang="en-US">
                <a:solidFill>
                  <a:srgbClr val="34495E"/>
                </a:solidFill>
              </a:rPr>
              <a:t>學習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指揮 AI」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3：AI 不是答題機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核心概念：AI 是超快的實習生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三種任務——查事實（驗證對錯）、產草稿（喜不喜歡）、做你不會的事（能不能跑）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舉例「請實習生做海報，做得醜不叫錯，叫再改」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4：網頁的本質是什麼？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DB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5DBDB"/>
                </a:solidFill>
                <a:latin typeface="Arial"/>
                <a:ea typeface="Arial"/>
                <a:cs typeface="Arial"/>
                <a:sym typeface="Arial"/>
              </a:rPr>
              <a:t>第二章：HTML — 網頁的骨架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核心概念：網頁 = 文字 + 結構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「所有網站，底層都是純文字檔」</a:t>
            </a:r>
            <a:b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Demo：</a:t>
            </a:r>
            <a:r>
              <a:rPr lang="en-US">
                <a:solidFill>
                  <a:srgbClr val="34495E"/>
                </a:solidFill>
              </a:rPr>
              <a:t>試一個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完全沒有 CSS 的 HTML 頁面（Level 0）</a:t>
            </a:r>
            <a:b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rgbClr val="34495E"/>
                </a:solidFill>
              </a:rPr>
              <a:t>google search “html” 看看是不是去 www.w3schools.com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5：HTML 骨架三兄弟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核心概念：每個 HTML 都有固定的外殼結構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&lt;html&gt; 是整棟房子、&lt;head&gt; 是屋頂閣樓、&lt;body&gt; 是客廳</a:t>
            </a:r>
            <a:endParaRPr b="0" i="0" sz="1400" u="none" cap="none" strike="noStrike">
              <a:solidFill>
                <a:srgbClr val="3449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Demo：打開 index.html，指認這三個標籤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，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「這三個一定會有」，不深入細節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6：內容三劍客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7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核心概念：最常用的三個標籤：標題、段落、連結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&lt;h1&gt; 大標題、&lt;p&gt; 段落、&lt;a&gt; 連結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US">
                <a:solidFill>
                  <a:srgbClr val="34495E"/>
                </a:solidFill>
              </a:rPr>
            </a:b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Demo：</a:t>
            </a:r>
            <a:r>
              <a:rPr lang="en-US">
                <a:solidFill>
                  <a:srgbClr val="34495E"/>
                </a:solidFill>
              </a:rPr>
              <a:t>測試這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三個標籤的程式碼範例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8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7：表格結構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核心概念：表格是「結構最直觀」的 HTML 元素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&lt;table&gt; 整張表、&lt;tr&gt; 一橫排、&lt;td&gt; 一格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「就像 Excel，一格一格，只是用文字寫出來」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9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8：其他常見標籤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9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核心概念：還有很多標籤，但不用全部學會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快速帶過 &lt;img&gt;、&lt;div&gt;、&lt;span&gt;、&lt;ul&gt;/&lt;li&gt;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「這些以後</a:t>
            </a:r>
            <a:r>
              <a:rPr lang="en-US">
                <a:solidFill>
                  <a:srgbClr val="34495E"/>
                </a:solidFill>
              </a:rPr>
              <a:t>想要用到時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AI 會</a:t>
            </a:r>
            <a:r>
              <a:rPr lang="en-US">
                <a:solidFill>
                  <a:srgbClr val="34495E"/>
                </a:solidFill>
              </a:rPr>
              <a:t>自己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幫你用，</a:t>
            </a:r>
            <a:r>
              <a:rPr lang="en-US">
                <a:solidFill>
                  <a:srgbClr val="34495E"/>
                </a:solidFill>
              </a:rPr>
              <a:t>大概懂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就好」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9：&lt;head&gt; 裡的東西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核心概念：&lt;head&gt; 放的是給瀏覽器和搜尋引擎看的資訊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&lt;title&gt; 是分頁標題、&lt;meta&gt; 是各種設定</a:t>
            </a:r>
            <a:endParaRPr b="0" i="0" sz="1400" u="none" cap="none" strike="noStrike">
              <a:solidFill>
                <a:srgbClr val="3449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「這些是讓網站在手機上正常顯示的魔法咒語，AI 會幫你寫」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10：同一個 HTML，完全不同的世界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DB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5DBDB"/>
                </a:solidFill>
                <a:latin typeface="Arial"/>
                <a:ea typeface="Arial"/>
                <a:cs typeface="Arial"/>
                <a:sym typeface="Arial"/>
              </a:rPr>
              <a:t>第三章：CSS — 網頁的化妝術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核心概念：CSS 是化妝</a:t>
            </a: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，不是整形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1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「HTML 是骨架，CSS 是皮膚和衣服」</a:t>
            </a:r>
            <a:endParaRPr b="0" i="0" sz="1400" u="none" cap="none" strike="noStrike">
              <a:solidFill>
                <a:srgbClr val="3449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Demo：現場切換 Level 0 → Level 1</a:t>
            </a:r>
            <a:b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11：顏色與背景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2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核心概念：改顏色是最快產生「我做到了」感覺的方式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2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color 文字顏色、background-color 背景顏色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做：讓學生選一個喜歡的顏色，請 AI 幫忙改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12：間距的魔法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核心概念：間距決定「擠」還是「舒服」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padding 內距、margin 外距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「留白不是浪費空間，是讓眼睛休息」</a:t>
            </a:r>
            <a:endParaRPr b="0" i="0" sz="1400" u="none" cap="none" strike="noStrike">
              <a:solidFill>
                <a:srgbClr val="34495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把某個區塊的 padding 從 10px 改成 40px，看差異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13：卡片感三件套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核心概念：三個屬性讓任何東西變成「卡片」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border 邊框、border-radius 圓角、box-shadow 陰影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Demo：切換到 Level 2 看「卡片感」的視覺變化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14：class 是什麼？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核心概念：class 是幫元素「貼標籤」，讓 CSS 找得到它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HTML 寫 class="card"，CSS 寫 .card { 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「.」就是「找 class 叫這個名字的元素」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US">
                <a:solidFill>
                  <a:srgbClr val="34495E"/>
                </a:solidFill>
              </a:rPr>
            </a:br>
            <a:r>
              <a:rPr lang="en-US">
                <a:solidFill>
                  <a:srgbClr val="34495E"/>
                </a:solidFill>
              </a:rPr>
              <a:t>補充：另外還有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id</a:t>
            </a:r>
            <a:r>
              <a:rPr lang="en-US">
                <a:solidFill>
                  <a:srgbClr val="34495E"/>
                </a:solidFill>
              </a:rPr>
              <a:t>跟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selector 優先級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15：CSS 不用背，問 AI 就好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8E44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核心概念：CSS 屬性有幾百個，沒人全部記得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「你只需要會說『我想要什麼效果』，然後問 AI」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US">
                <a:solidFill>
                  <a:srgbClr val="34495E"/>
                </a:solidFill>
              </a:rPr>
            </a:b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Demo：示範 prompt「請幫我把按鈕變成圓角、有陰影、hover 時顏色變深」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16：Layer 0 → Layer 1 → Layer 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DB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5DBDB"/>
                </a:solidFill>
                <a:latin typeface="Arial"/>
                <a:ea typeface="Arial"/>
                <a:cs typeface="Arial"/>
                <a:sym typeface="Arial"/>
              </a:rPr>
              <a:t>第四章：從醜到美的蛻變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核心概念：同一個內容，三種「解析度」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講：Level 0 裸體 HTML、Level 1 基本 CSS、Level 2 精緻 UI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US">
                <a:solidFill>
                  <a:srgbClr val="34495E"/>
                </a:solidFill>
              </a:rPr>
            </a:b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Demo：來回切換三個 Level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17：Hover 效果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D354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核心概念：滑鼠移上去時的小動畫，讓網站「活起來」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transition 讓變化平滑、:hover 滑鼠移上去時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US">
                <a:solidFill>
                  <a:srgbClr val="34495E"/>
                </a:solidFill>
              </a:rPr>
            </a:br>
            <a:r>
              <a:rPr lang="en-US">
                <a:solidFill>
                  <a:srgbClr val="34495E"/>
                </a:solidFill>
              </a:rPr>
              <a:t>Level 2：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「卡片上移 + 陰影加深 = 專業感」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9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18：什麼是「上線」？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DB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5DBDB"/>
                </a:solidFill>
                <a:latin typeface="Arial"/>
                <a:ea typeface="Arial"/>
                <a:cs typeface="Arial"/>
                <a:sym typeface="Arial"/>
              </a:rPr>
              <a:t>第五章：讓世界看見 — 部署上線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核心概念：把檔案放到網路上，讓別人打開網址就能看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「現在網站只存在你的電腦裡」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US">
                <a:solidFill>
                  <a:srgbClr val="34495E"/>
                </a:solidFill>
              </a:rPr>
            </a:b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「GitHub Pages 就是 GitHub 免費借你</a:t>
            </a:r>
            <a:r>
              <a:rPr lang="en-US">
                <a:solidFill>
                  <a:srgbClr val="34495E"/>
                </a:solidFill>
              </a:rPr>
              <a:t>空間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 24 小時</a:t>
            </a:r>
            <a:r>
              <a:rPr lang="en-US">
                <a:solidFill>
                  <a:srgbClr val="34495E"/>
                </a:solidFill>
              </a:rPr>
              <a:t>展示網頁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19：GitHub Pages 上線步驟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核心概念：三個步驟，拿到你的網址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上傳 index.html → Settings → Pages → Branch: main → Save → 等 1-2 分鐘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US">
                <a:solidFill>
                  <a:srgbClr val="34495E"/>
                </a:solidFill>
              </a:rPr>
            </a:b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Demo：一起操作完整流程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20：改一個字，世界就更新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核心概念：部署的魔法：改 → 存 → 自動更新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</a:t>
            </a:r>
            <a:r>
              <a:rPr lang="en-US">
                <a:solidFill>
                  <a:srgbClr val="34495E"/>
                </a:solidFill>
              </a:rPr>
              <a:t>試試看</a:t>
            </a: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改變了一個在網路上的東西」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-US">
                <a:solidFill>
                  <a:srgbClr val="34495E"/>
                </a:solidFill>
              </a:rPr>
            </a:b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Demo：在 GitHub 上直接編輯、Commit、重新整理網址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21：今天你完成了什麼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5DBDB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5DBDB"/>
                </a:solidFill>
                <a:latin typeface="Arial"/>
                <a:ea typeface="Arial"/>
                <a:cs typeface="Arial"/>
                <a:sym typeface="Arial"/>
              </a:rPr>
              <a:t>第六章：收尾與展望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核心概念：盤點成就，強化信心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可分享的網址 / HTML 是骨架、CSS 是外觀 / 指揮 AI 的工作流 / 自己改網站內容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「我真的做到了」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22：回家能做什麼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核心概念：給學生「下課後的方向」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改內容在 GitHub 編輯、改樣式問 AI、加功能問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「不用怕弄壞，GitHub 有歷史紀錄，隨時能救回來」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4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23：下一堂課預告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核心概念：埋下期待的種子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「今天是手動版，下次教自動化」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預告 Git CLI、Gemini CLI、Node.js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5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Slide 24：Q&amp;A 與結語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365760" y="1188720"/>
            <a:ext cx="8412480" cy="640080"/>
          </a:xfrm>
          <a:prstGeom prst="roundRect">
            <a:avLst>
              <a:gd fmla="val 14286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5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核心概念：回答問題，正式收尾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365760" y="2011680"/>
            <a:ext cx="8412480" cy="2560320"/>
          </a:xfrm>
          <a:prstGeom prst="roundRect">
            <a:avLst>
              <a:gd fmla="val 3571" name="adj"/>
            </a:avLst>
          </a:prstGeom>
          <a:solidFill>
            <a:srgbClr val="ECF0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548640" y="2468880"/>
            <a:ext cx="80467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「你今天已經比 90% 的人更了解網站是怎麼運作的」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「記得把網址分享給朋友」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4495E"/>
              </a:solidFill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495E"/>
                </a:solidFill>
                <a:latin typeface="Arial"/>
                <a:ea typeface="Arial"/>
                <a:cs typeface="Arial"/>
                <a:sym typeface="Arial"/>
              </a:rPr>
              <a:t>準備 FAQ 答案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2026-01-17T03:26:10Z</dcterms:created>
  <dc:creator>Vibe Coding Workshop</dc:creator>
</cp:coreProperties>
</file>