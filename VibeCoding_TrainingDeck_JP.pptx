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+grqRKHfj367ZsGQByRvxnMUV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1" title="Gemini_Generated_Image_4tk0eh4tk0eh4tk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"/>
            <a:ext cx="9144003" cy="5103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1：ようこそ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コアコンセプト：基礎ウェブエンジニアリング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「目標は、帰る時にシェアできるURLを手に入れること」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「AIはあなたの手、あなたは頭脳を担当」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65760" y="18288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2：今日のあなたの役割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65760" y="1188720"/>
            <a:ext cx="8412600" cy="640200"/>
          </a:xfrm>
          <a:prstGeom prst="roundRect">
            <a:avLst>
              <a:gd fmla="val 14286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48640" y="128016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コアコンセプト：私たちはPM＋クリエイティブディレクター、エンジニアではない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65760" y="2011680"/>
            <a:ext cx="8412600" cy="256020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48640" y="2468880"/>
            <a:ext cx="8046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「私たちはプログラミングを学ぶのではなく、AIを指揮する方法を学ぶ」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3：AIは回答マシンではない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コアコンセプト：AIは超高速なインターン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3種類のタスク—事実確認（正誤の検証）、下書き作成（好みかどうか）、できないことをやる（動くかどうか）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例：「インターンにポスターを作らせて、ダサくても間違いではなく、修正するだけ」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4：ウェブページの本質とは？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</a:pPr>
            <a:r>
              <a:rPr sz="1200">
                <a:solidFill>
                  <a:srgbClr val="D5DBDB"/>
                </a:solidFill>
                <a:latin typeface="Arial"/>
              </a:rPr>
              <a:t>第2章：HTML — ウェブの骨格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コアコンセプト：ウェブページ = テキスト + 構造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「すべてのウェブサイトは、根本的にはプレーンテキストファイル」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デモ：CSSなしのHTMLページを試す（Level 0）_x000B__x000B__x000B_Googleで"html"を検索して www.w3schools.com に行くか確認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5：HTML骨格の3兄弟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コアコンセプト：すべてのHTMLには固定の外殻構造がある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&lt;html&gt;は家全体、&lt;head&gt;は屋根裏部屋、&lt;body&gt;はリビングルーム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デモ：index.htmlを開き、この3つのタグを確認。「この3つは必ずある」、詳細には入らない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6：コンテンツの三剣士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コアコンセプト：最もよく使う3つのタグ：見出し、段落、リンク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&lt;h1&gt;大見出し、&lt;p&gt;段落、&lt;a&gt;リンク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デモ：この3つのタグのコード例をテスト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7：テーブル構造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コアコンセプト：テーブルは「最も直感的な構造」のHTML要素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&lt;table&gt;テーブル全体、&lt;tr&gt;1行、&lt;td&gt;1セル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「Excelのように、セルごとに、ただしテキストで書く」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8：その他のよく使うタグ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コアコンセプト：他にも多くのタグがあるが、全部覚える必要はない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さっと紹介：&lt;img&gt;、&lt;div&gt;、&lt;span&gt;、&lt;ul&gt;/&lt;li&gt;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「これらは使いたい時にAIが自動で使ってくれる、大体わかればOK」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9：&lt;head&gt;の中身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コアコンセプト：&lt;head&gt;にはブラウザと検索エンジン向けの情報が入る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&lt;title&gt;はタブのタイトル、&lt;meta&gt;は各種設定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「これらはサイトをスマホで正常に表示させる魔法の呪文、AIが書いてくれる」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10：同じHTML、全く違う世界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</a:pPr>
            <a:r>
              <a:rPr sz="1200">
                <a:solidFill>
                  <a:srgbClr val="D5DBDB"/>
                </a:solidFill>
                <a:latin typeface="Arial"/>
              </a:rPr>
              <a:t>第3章：CSS — ウェブのメイクアップ術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コアコンセプト：CSSはメイク、整形ではない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「HTMLは骨格、CSSは肌と服」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デモ：その場でLevel 0 → Level 1に切り替え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11：色と背景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コアコンセプト：色を変えるのは「できた！」を最も早く感じる方法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colorは文字色、background-colorは背景色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実践：学生に好きな色を選んでもらい、AIに変更を依頼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12：余白の魔法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コアコンセプト：余白が「窮屈」か「快適」かを決める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paddingは内側の余白、marginは外側の余白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「余白はスペースの無駄ではなく、目を休ませるもの」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あるブロックのpaddingを10pxから40pxに変えて、違いを見る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13：カード感の3点セット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コアコンセプト：3つの属性で何でも「カード」に変わる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borderは枠線、border-radiusは角丸、box-shadowは影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デモ：Level 2に切り替えて「カード感」の視覚的変化を確認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14：classとは？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コアコンセプト：classは要素に「ラベルを貼る」こと、CSSが見つけられるように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HTMLでclass="card"と書き、CSSで.card { }と書く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「.」は「この名前のclassを持つ要素を探す」という意味</a:t>
            </a:r>
          </a:p>
          <a:p>
            <a:pPr marL="0" indent="0">
              <a:spcBef>
                <a:spcPts val="1200"/>
              </a:spcBef>
              <a:buNone/>
            </a:pPr>
            <a:r>
              <a:rPr>
                <a:solidFill>
                  <a:srgbClr val="34495E"/>
                </a:solidFill>
              </a:rPr>
              <a:t>補足：他にもidとselectorの優先順位がある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15：CSSは暗記不要、AIに聞けばOK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コアコンセプト：CSSプロパティは数百個、誰も全部覚えていない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「『どんな効果が欲しい』と言えればいい、あとはAIに聞く」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デモ：プロンプト例「ボタンを角丸にして、影をつけて、hover時に色を濃くして」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16：Layer 0 → Layer 1 → Layer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</a:pPr>
            <a:r>
              <a:rPr sz="1200">
                <a:solidFill>
                  <a:srgbClr val="D5DBDB"/>
                </a:solidFill>
                <a:latin typeface="Arial"/>
              </a:rPr>
              <a:t>第4章：ダサいから美しいへの変身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コアコンセプト：同じコンテンツ、3つの「解像度」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説明：Level 0 素のHTML、Level 1 基本CSS、Level 2 洗練されたUI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デモ：3つのLevelを行き来して切り替え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17：Hover効果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コアコンセプト：マウスを乗せた時の小さなアニメーション、サイトが「生きている」感じに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transitionで変化を滑らかに、:hoverはマウスを乗せた時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>
                <a:solidFill>
                  <a:srgbClr val="34495E"/>
                </a:solidFill>
              </a:rPr>
              <a:t>Level 2：「カードが上に移動 + 影が深くなる = プロ感」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18：「公開」とは？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</a:pPr>
            <a:r>
              <a:rPr sz="1200">
                <a:solidFill>
                  <a:srgbClr val="D5DBDB"/>
                </a:solidFill>
                <a:latin typeface="Arial"/>
              </a:rPr>
              <a:t>第5章：世界に見せる — デプロイ公開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コアコンセプト：ファイルをネットに置いて、他の人がURLを開けば見られるようにする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「今、サイトはあなたのPCにしか存在しない」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「GitHub PagesはGitHubが無料でスペースを貸してくれて24時間ウェブページを展示できる」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19：GitHub Pages公開手順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コアコンセプト：3つのステップで、あなたのURLを取得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index.htmlをアップロード → Settings → Pages → Branch: main → Save → 1-2分待つ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デモ：一緒に全体の流れを操作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20：1文字変えれば、世界が更新される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コアコンセプト：デプロイの魔法：変更 → 保存 → 自動更新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「ネット上の何かを変えてみよう」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デモ：GitHubで直接編集、Commit、URLを更新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21：今日達成したこと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</a:pPr>
            <a:r>
              <a:rPr sz="1200">
                <a:solidFill>
                  <a:srgbClr val="D5DBDB"/>
                </a:solidFill>
                <a:latin typeface="Arial"/>
              </a:rPr>
              <a:t>第6章：まとめと展望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コアコンセプト：成果を振り返り、自信を強化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シェアできるURL / HTMLは骨格、CSSは外観 / AIを指揮するワークフロー / 自分でサイト内容を変更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「本当にできた」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22：家で何ができる？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コアコンセプト：学生に「授業後の方向性」を与える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内容を変えるならGitHubで編集、スタイルを変えるならAIに聞く、機能を追加するならAIに聞く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「壊すのを恐れないで、GitHubには履歴があり、いつでも復元できる」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23：次回の授業予告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コアコンセプト：期待の種を蒔く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「今日は手動版、次回は自動化を教える」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予告：Git CLI、Gemini CLI、Node.js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</a:pPr>
            <a:r>
              <a:rPr b="1" sz="2800">
                <a:solidFill>
                  <a:srgbClr val="FFFFFF"/>
                </a:solidFill>
                <a:latin typeface="Arial"/>
              </a:rPr>
              <a:t>スライド 24：Q&amp;Aとまとめ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r>
              <a:rPr b="1" sz="1800">
                <a:solidFill>
                  <a:srgbClr val="FFFFFF"/>
                </a:solidFill>
                <a:latin typeface="Arial"/>
              </a:rPr>
              <a:t>コアコンセプト：質問に答え、正式に締めくくる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buNone/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4495E"/>
                </a:solidFill>
                <a:latin typeface="Arial"/>
              </a:rPr>
              <a:t>「今日であなたは90%の人より、ウェブサイトの仕組みをよく理解している」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「URLを友達にシェアするのを忘れずに」</a:t>
            </a:r>
          </a:p>
          <a:p>
            <a:pPr marL="0" indent="0">
              <a:spcBef>
                <a:spcPts val="1200"/>
              </a:spcBef>
              <a:buNone/>
            </a:pPr>
            <a:r>
              <a:rPr sz="1400">
                <a:solidFill>
                  <a:srgbClr val="34495E"/>
                </a:solidFill>
                <a:latin typeface="Arial"/>
              </a:rPr>
              <a:t>FAQ回答を準備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2026-01-17T03:26:10Z</dcterms:created>
  <dc:creator>Vibe Coding Workshop</dc:creator>
</cp:coreProperties>
</file>