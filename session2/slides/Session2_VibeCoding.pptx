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先讓她說話，不要急著教。打開她的網站，找一個具體的東西誇——配色、排版、照片選擇都可以。重點是讓她覺得「我上次做的東西真的不錯」。</a:t>
            </a:r>
          </a:p>
          <a:p>
            <a:r>
              <a:t>關鍵句：「你上次從零做出一個網站，而且全世界都看得到。很多工程師第一次做到這件事的時候也很興奮。」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畫在紙上或白板上，邊畫邊講。不用投影片上的圖太精緻，手繪感更好。</a:t>
            </a:r>
          </a:p>
          <a:p>
            <a:r>
              <a:t>指著前端區域說：「你看，前端一共三樣東西，你已經搞定兩樣。」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這張是信心建立的關鍵。她聽到 70% 會驚訝。停頓一下讓她消化。</a:t>
            </a:r>
          </a:p>
          <a:p>
            <a:r>
              <a:t>「前端一共就三樣東西，你已經搞定兩樣。你已經站在前端 70% 的位置了。」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快閃店她一定懂，KOL 圈很常做 pop-up store。</a:t>
            </a:r>
          </a:p>
          <a:p>
            <a:r>
              <a:t>關鍵句：「你現在做的網站就像一個超美的快閃店——佈置精美，但沒有收銀機。動態網站就是加上收銀機和會員系統。但先不急。」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「今天我們要學一個所有工程師每天都在用的工具——Git。上次你是手動上傳檔案到 GitHub 對吧？今天教你用『專業的方式』，打幾個字就能上傳。」</a:t>
            </a:r>
          </a:p>
          <a:p>
            <a:r>
              <a:t>她聽到「專業的方式」可能緊張 → 馬上補：「不難，就六個指令。」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快速帶過，不用每行都解釋。讓她感受到「學這個有好處」就好。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口頭確認一下她的狀態。如果她看起來 OK，就往下走。如果她有問題，在這裡解答。不要趕。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先問她：「你有打過 RPG 嗎？或任何有存檔的遊戲？」不管有沒有都用這個比喻。</a:t>
            </a:r>
          </a:p>
          <a:p>
            <a:r>
              <a:t>「Git 就是幫你的程式碼存檔的工具。每次存檔就叫一個 commit，萬一搞砸了可以回到之前的存檔點。」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「今天只學這六個。真的只有六個。工程師每天用的也就是這些。」</a:t>
            </a:r>
          </a:p>
          <a:p>
            <a:r>
              <a:t>這張只是預覽，不用記。等一下一個一個帶。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她可能會怕黑色視窗（= 駭客？）。用「跟電腦傳 LINE」化解。</a:t>
            </a:r>
          </a:p>
          <a:p>
            <a:r>
              <a:t>「這個黑色視窗叫 Terminal，你可以把它想成——跟電腦用文字聊天。平常你用滑鼠點來點去，現在你改用打字跟它說話。」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讓她自己打！不搶鍵盤。</a:t>
            </a:r>
          </a:p>
          <a:p>
            <a:r>
              <a:t>`pwd` → 應該顯示 `/Users/她的名字`</a:t>
            </a:r>
          </a:p>
          <a:p>
            <a:r>
              <a:t>`ls` → 看到 Desktop, Documents 等</a:t>
            </a:r>
          </a:p>
          <a:p>
            <a:r>
              <a:t>`cd Desktop` → 再打 `pwd` 確認位置變了</a:t>
            </a:r>
          </a:p>
          <a:p>
            <a:r>
              <a:t>「你剛剛做的事情，就是用文字在電腦裡走路。」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等她看到下載訊息後的反應。她應該會說「哦！我的東西！」</a:t>
            </a:r>
          </a:p>
          <a:p>
            <a:r>
              <a:t>「你剛剛用一行指令，把你的整個網站從 GitHub 下載到電腦了。以前要手動下載，現在一行字搞定。」</a:t>
            </a:r>
          </a:p>
          <a:p>
            <a:r>
              <a:t>⚠️ 如果 clone 要帳密，提前準備好 SSH key 或 token，不要在這裡卡住。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讓她感受一下成就感。不要急著往下衝。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「你改什麼都可以，隨便改一個小東西就好。這是你的網站，你想怎麼改就怎麼改。」</a:t>
            </a:r>
          </a:p>
          <a:p>
            <a:r>
              <a:t>重點是有改動就好，不用改很多。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「看到那個紅色的 modified 了嗎？Git 在跟你說：『我發現你改了這些東西，你要存檔嗎？』它很聰明，會自動知道你改了什麼。」</a:t>
            </a:r>
          </a:p>
          <a:p>
            <a:r>
              <a:t>可以加碼教 `git diff` 看到 +/- 的對比，但不要花太多時間。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「看！變綠色了！綠色 = 你已經選好要存的東西了。」</a:t>
            </a:r>
          </a:p>
          <a:p>
            <a:r>
              <a:t>如果她問為什麼要先 add：「有時候你改了 5 個檔案但只想存 3 個，add 讓你選。就像拍了 20 張照片只挑 5 張放 IG。」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「這就是按下存檔鍵的那一刻！-m 後面的字是給未來的自己看的備忘錄。一個月後你回來看，就知道那天改了什麼。」</a:t>
            </a:r>
          </a:p>
          <a:p>
            <a:r>
              <a:t>鼓勵她用中文寫，寫什麼都可以。</a:t>
            </a:r>
          </a:p>
          <a:p>
            <a:r>
              <a:t>⚠️ 如果她忘了 -m 跳進 vim → 教她按 Esc 然後 :q! 跳出來。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這是今天最大的高潮 🎉🎉🎉</a:t>
            </a:r>
          </a:p>
          <a:p>
            <a:r>
              <a:t>「你剛剛用三行指令，把你的改動推上了全世界都看得到的網站。上次要手動上傳，現在三行字搞定。這就是工程師每天在做的事。」</a:t>
            </a:r>
          </a:p>
          <a:p>
            <a:r>
              <a:t>⚠️ push 可能要認證 → 提前準備好 token 或 SSH。不要讓她在這裡卡住。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在紙上或螢幕上畫這個流程。讓她複述一次。</a:t>
            </a:r>
          </a:p>
          <a:p>
            <a:r>
              <a:t>「記住這個節奏：改、選、存、傳。四步。你已經會了。」</a:t>
            </a:r>
          </a:p>
          <a:p>
            <a:r>
              <a:t>這是今天最重要的一張投影片。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「你剛剛學了一個工程師級的技能，休息一下是應該的。」</a:t>
            </a:r>
          </a:p>
          <a:p>
            <a:r>
              <a:t>真的讓她休息，不要邊休息邊講。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⚠️ 這段只教概念，完全不碰程式碼！</a:t>
            </a:r>
          </a:p>
          <a:p>
            <a:r>
              <a:t>「你已經有了漂亮的店面裝潢。JS 就是讓店面『有反應』的東西——客人按門鈴會響、開關按了燈會亮。」</a:t>
            </a:r>
          </a:p>
          <a:p>
            <a:r>
              <a:t>用她的網站舉例（不用寫 code）。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寫在紙上。這個公式很重要，以後教 JS demo 會一直用到。</a:t>
            </a:r>
          </a:p>
          <a:p>
            <a:r>
              <a:t>「所有 JavaScript 都可以用這個公式理解。以後看到任何 code，你就問自己這三個問題。」</a:t>
            </a:r>
          </a:p>
          <a:p>
            <a:r>
              <a:t>補充：「JS 你現在不需要自己從零寫。以後可以叫 AI 幫你寫，但你要能看得懂。就像不用自己做菜，但要能看懂菜單。」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「你用 UberEats 的時候，需要知道餐廳的廚房長什麼樣嗎？不需要。你只要點餐，食物就來了。API 就是這個。」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這段要動手做！讓她自己貼 URL。</a:t>
            </a:r>
          </a:p>
          <a:p>
            <a:r>
              <a:t>「恭喜，你剛剛呼叫了一個 API！你跟一台電腦說『給我一張狗圖』，它就給你了。」</a:t>
            </a:r>
          </a:p>
          <a:p>
            <a:r>
              <a:t>DiceBear 用她名字 → 「好酷！可以用在品牌嗎？」</a:t>
            </a:r>
          </a:p>
          <a:p>
            <a:r>
              <a:t>「你改了網址裡的參數，API 就給你不同結果。這就是所有 APP 背後的運作方式。」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這段應該是最輕鬆有趣的。確認她理解就好，不考試。</a:t>
            </a:r>
          </a:p>
          <a:p>
            <a:r>
              <a:t>「你以後做品牌，可以串 Instagram API 自動顯示最新貼文、串翻譯 API 讓日本粉絲看日文版。」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「這次你自己來。改什麼都好，然後試試看記不記得那四步——改、選、存、傳。」</a:t>
            </a:r>
          </a:p>
          <a:p>
            <a:r>
              <a:t>在旁邊看就好。忍住不要搶鍵盤。她做得到。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只在她成功後說：「你剛剛完全靠自己做到了。第二次了。以後你改網站就是這個節奏。」</a:t>
            </a:r>
          </a:p>
          <a:p>
            <a:r>
              <a:t>如果她順利做完 → 超棒。如果她卡了 → 輕輕提示，不要代替她打。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「這就是你的存檔紀錄。每一行都是你的一個存檔點。就像遊戲的存檔畫面。」</a:t>
            </a:r>
          </a:p>
          <a:p>
            <a:r>
              <a:t>也可以去 GitHub 網頁看 commit history，視覺化更直覺。</a:t>
            </a:r>
          </a:p>
          <a:p>
            <a:r>
              <a:t>如果她問 git pull → 「在別台電腦改東西的時候用。下次教。」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印出來或傳給她。她有這張卡會有安全感。</a:t>
            </a:r>
          </a:p>
          <a:p>
            <a:r>
              <a:t>「這張卡你存著。下次自己改網站的時候照這個走就好。不用背，多打幾次就會記住了。」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Jones 操作，她在旁邊看。提前準備好一篇 PDF。</a:t>
            </a:r>
          </a:p>
          <a:p>
            <a:r>
              <a:t>「你把期末考要讀的資料全丟進去，它幫你做重點整理和模擬考題。Podcast 功能你可以通勤的時候聽。」</a:t>
            </a:r>
          </a:p>
          <a:p>
            <a:r>
              <a:t>Podcast 生成要等一下 → 可以先聊天。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快速帶過，不用深入。</a:t>
            </a:r>
          </a:p>
          <a:p>
            <a:r>
              <a:t>「有一個新概念叫 Vibe Coding——用說話的方式告訴 AI 你要什麼，AI 幫你寫。你不用會寫，但要能看懂。這就是為什麼我們要先學基礎。」</a:t>
            </a:r>
          </a:p>
          <a:p>
            <a:r>
              <a:t>連結到她的目標：技術是放大器，中日雙語和品牌想法才是核心競爭力。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讓她看到明確的下一步，不會覺得茫然。</a:t>
            </a:r>
          </a:p>
          <a:p>
            <a:r>
              <a:t>每一步都跟她的品牌目標連結。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結尾關鍵句（要好好說）：</a:t>
            </a:r>
          </a:p>
          <a:p>
            <a:r>
              <a:t>「你今天學了三件事：第一，你知道了整個網站世界的地圖。第二，你學會了用 Git 管理你的網站。第三，你看到了 AI 可以怎樣幫你。你已經不是只會做一張漂亮海報的人了，你是一個會用專業工具的品牌創作者。」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E135"/>
                </a:solidFill>
              </a:defRPr>
            </a:pPr>
            <a:r>
              <a:t>Session 2 投影片內容草稿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Git CLI + 網站世界觀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t>Jones 的提詞稿 — 不是給學生看的，是給自己看的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E135"/>
                </a:solidFill>
              </a:defRPr>
            </a:pPr>
            <a:r>
              <a:t>Block 1 ▸ 前菜：回顧 + 網站世界觀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上次的成果回顧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打開 azunyan.hp（GitHub Pages）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「上次課後有沒有自己改什麼？」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一起看她的網站，找具體的東西誇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你的品牌店 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solidFill>
            <a:srgbClr val="0D0D0D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88"/>
                </a:solidFill>
                <a:latin typeface="Menlo"/>
              </a:defRPr>
            </a:pPr>
            <a:r>
              <a:t>🏪 你的品牌店</a:t>
            </a:r>
            <a:br/>
            <a:br/>
            <a:r>
              <a:t>🎨 店面裝潢（前端 Frontend）</a:t>
            </a:r>
            <a:br/>
            <a:r>
              <a:t>   HTML = 骨架（牆壁、櫃子）</a:t>
            </a:r>
            <a:br/>
            <a:r>
              <a:t>   CSS  = 裝潢（油漆、燈光）</a:t>
            </a:r>
            <a:br/>
            <a:r>
              <a:t>   JS   = 店員互動（按鈴會響）</a:t>
            </a:r>
            <a:br/>
            <a:r>
              <a:t>   ← 你已經會前兩個了 ✅</a:t>
            </a:r>
            <a:br/>
            <a:br/>
            <a:r>
              <a:t>📞 服務生（API）</a:t>
            </a:r>
            <a:br/>
            <a:r>
              <a:t>   在店面和廚房之間傳遞訊息</a:t>
            </a:r>
            <a:br/>
            <a:br/>
            <a:r>
              <a:t>👨‍🍳 廚房（後端 Backend）</a:t>
            </a:r>
            <a:br/>
            <a:r>
              <a:t>   處理訂單、算運費、驗身分</a:t>
            </a:r>
            <a:br/>
            <a:br/>
            <a:r>
              <a:t>📦 倉庫（資料庫 Database）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前端三兄弟，你已經認識兩個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HTML → 骨架 ✅ 你會了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CSS → 裝潢 ✅ 你會了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JavaScript → 互動 ← 今天會稍微認識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你已經站在前端 70% 的位置了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快閃店 vs 旗艦店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你現在的網站 = 超美的快閃店 🏪✨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佈置精美，但沒收銀機、不記得誰來過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動態網站 = 有收銀機 + 會員系統的旗艦店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先不急，快閃店本身就很厲害了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IG 比喻加強：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Bio + 精選 = 靜態（每個人看到一樣）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首頁 Feed = 動態（演算法推不同內容）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今天要幹嘛？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solidFill>
            <a:srgbClr val="0D0D0D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88"/>
                </a:solidFill>
                <a:latin typeface="Menlo"/>
              </a:defRPr>
            </a:pPr>
            <a:r>
              <a:t>🗺️ 今日路線</a:t>
            </a:r>
            <a:br/>
            <a:br/>
            <a:r>
              <a:t>Block 1  回顧 + 世界觀     ← 你在這裡</a:t>
            </a:r>
            <a:br/>
            <a:r>
              <a:t>Block 2  Git 概念 + Terminal</a:t>
            </a:r>
            <a:br/>
            <a:r>
              <a:t>Block 3  Git 核心循環 🔥</a:t>
            </a:r>
            <a:br/>
            <a:r>
              <a:t>   ☕ 休息</a:t>
            </a:r>
            <a:br/>
            <a:r>
              <a:t>Block 4  JS 概念 + API 概念</a:t>
            </a:r>
            <a:br/>
            <a:r>
              <a:t>Block 5  Git 第二輪練習</a:t>
            </a:r>
            <a:br/>
            <a:r>
              <a:t>Block 6  Demo 秀 + 路線圖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以前 vs 以後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✅ Check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「我已經在前端 70% 了！」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「我知道前端/後端/API/資料庫大概是什麼了」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到這裡 OK 嗎？有沒有問題？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4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E135"/>
                </a:solidFill>
              </a:defRPr>
            </a:pPr>
            <a:r>
              <a:t>Block 2 ▸ 主菜①：Git 概念 + Terminal + Clone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4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🎮 Git 就是遊戲存檔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打 Boss 前會先存檔 → Git 就是幫你的程式碼做這件事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每次存檔 = 一個 commit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搞砸了可以回到之前的存檔點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GitHub = 雲端備份（Switch 的雲端存檔）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058400" cy="3657600"/>
          </a:xfrm>
          <a:prstGeom prst="rect">
            <a:avLst/>
          </a:prstGeom>
          <a:solidFill>
            <a:srgbClr val="0D0D0D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88"/>
                </a:solidFill>
                <a:latin typeface="Menlo"/>
              </a:defRPr>
            </a:pPr>
            <a:r>
              <a:t>你的電腦              GitHub（雲端）</a:t>
            </a:r>
            <a:br/>
            <a:r>
              <a:t>┌────────┐  push →  ┌────────┐</a:t>
            </a:r>
            <a:br/>
            <a:r>
              <a:t>│ 改的檔案 │          │  備份   │</a:t>
            </a:r>
            <a:br/>
            <a:r>
              <a:t>│         │ ← pull   │ （安全）│</a:t>
            </a:r>
            <a:br/>
            <a:r>
              <a:t>└────────┘          └────────┘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4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今天只學這六個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4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Terminal = 跟電腦傳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Cmd + 空白鍵 → 搜尋 "Terminal" → Enter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讓她自己打開，不要幫她操作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看到黑色視窗 → 「跟電腦用文字聊天。你打一句，它回你一句」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4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在電腦裡走路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讓她一個一個打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每打一個，確認她看到什麼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4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git clone — 一行指令下載專案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solidFill>
            <a:srgbClr val="0D0D0D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88"/>
                </a:solidFill>
                <a:latin typeface="Menlo"/>
              </a:defRPr>
            </a:pPr>
            <a:r>
              <a:t>   git clone https://github.com/azunyanchannel/azunyan.hp.git</a:t>
            </a:r>
            <a:br/>
            <a:r>
              <a:t>   cd azunyan.hp</a:t>
            </a:r>
            <a:br/>
            <a:r>
              <a:t>   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4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✅ Check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「我用 Terminal 把自己的網站 clone 下來了！」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Terminal 三指令：pwd / ls / cd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到這裡 OK 嗎？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2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E135"/>
                </a:solidFill>
              </a:defRPr>
            </a:pPr>
            <a:r>
              <a:t>Block 3 ▸ 主菜②：Git 核心循環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2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先改點東西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在 Terminal：open . → 用 Finder 打開資料夾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用她習慣的編輯器打開 index.html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讓她自己選要改什麼：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改標題文字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改 CSS 顏色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加一句話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存檔 Cmd + 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2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問 Git「現在什麼狀況？」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紅色 = Git 說「欸，你改了東西，要存檔嗎？」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🎮 就像遊戲跳出「你有未儲存的進度！」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solidFill>
            <a:srgbClr val="0D0D0D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88"/>
                </a:solidFill>
                <a:latin typeface="Menlo"/>
              </a:defRPr>
            </a:pPr>
            <a:r>
              <a:t>$ git status</a:t>
            </a:r>
            <a:br/>
            <a:br/>
            <a:r>
              <a:t>  modified:   index.html    ← 紅色！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2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選好要存的東西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紅色 → 綠色 = 已勾選、準備存檔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🎮 就像選好要存哪個進度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solidFill>
            <a:srgbClr val="0D0D0D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88"/>
                </a:solidFill>
                <a:latin typeface="Menlo"/>
              </a:defRPr>
            </a:pPr>
            <a:r>
              <a:t>$ git add .         ← 那個 . = 「全部都要」</a:t>
            </a:r>
            <a:br/>
            <a:r>
              <a:t>$ git status</a:t>
            </a:r>
            <a:br/>
            <a:br/>
            <a:r>
              <a:t>  modified:   index.html    ← 變綠色了！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2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🎮 按下存檔鍵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-m 後面 = 給未來自己看的備忘錄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commit message 用中文完全 OK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讓她自己寫 commit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058400" cy="3657600"/>
          </a:xfrm>
          <a:prstGeom prst="rect">
            <a:avLst/>
          </a:prstGeom>
          <a:solidFill>
            <a:srgbClr val="0D0D0D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88"/>
                </a:solidFill>
                <a:latin typeface="Menlo"/>
              </a:defRPr>
            </a:pPr>
            <a:r>
              <a:t>$ git commit -m "改了首頁標題"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2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🚀 Push！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立刻打開 GitHub 網頁 → 重新整理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她的改動已經在 GitHub 上了！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如果有 GitHub Pages → 打開網站看改動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058400" cy="3657600"/>
          </a:xfrm>
          <a:prstGeom prst="rect">
            <a:avLst/>
          </a:prstGeom>
          <a:solidFill>
            <a:srgbClr val="0D0D0D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88"/>
                </a:solidFill>
                <a:latin typeface="Menlo"/>
              </a:defRPr>
            </a:pPr>
            <a:r>
              <a:t>$ git push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2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記住這個節奏：改、選、存、傳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四步。你已經會了。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✅ 「我 push 上 GitHub 了！！」🎉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solidFill>
            <a:srgbClr val="0D0D0D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88"/>
                </a:solidFill>
                <a:latin typeface="Menlo"/>
              </a:defRPr>
            </a:pPr>
            <a:r>
              <a:t>改東西 → git add . → git commit -m "備忘" → git push</a:t>
            </a:r>
            <a:br/>
            <a:r>
              <a:t>        （選好）      （存檔）             （上傳）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33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E135"/>
                </a:solidFill>
              </a:defRPr>
            </a:pPr>
            <a:r>
              <a:t>Block 4 ▸ 配菜：休息 + JS 概念 + API 概念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33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休息五分鐘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站起來走走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喝水、上洗手間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不要跳過這個！她的腦已經超載了。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33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JS 是什麼？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HTML = 骨架（牆壁、櫃子）✅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CSS = 裝潢（油漆、燈光）✅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JS = 水電 + 電器（按開關燈會亮） 👈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如果加 JS，你的網站可以：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🌙 深色模式切換按鈕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📋 技能標籤點了展開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📎 「複製連結」按鈕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33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所有 JS 都是這個公式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例：「當按鈕被點擊，對整個頁面，加上深色模式」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例：「當滑鼠移到圖片上，對圖片，放大一點」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以後看到任何 code，就問自己這三個問題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058400" cy="3657600"/>
          </a:xfrm>
          <a:prstGeom prst="rect">
            <a:avLst/>
          </a:prstGeom>
          <a:solidFill>
            <a:srgbClr val="0D0D0D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88"/>
                </a:solidFill>
                <a:latin typeface="Menlo"/>
              </a:defRPr>
            </a:pPr>
            <a:r>
              <a:t>「當 ___（什麼事發生），對 ___（哪個東西），做 ___（什麼反應）」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33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API 就是叫外送 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你用 UberEats → 不需要知道廚房長什麼樣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你只要在 APP 上「告訴它你要什麼」，食物就來了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API = 讓你的程式跟別人的程式「叫外送」的標準方法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33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你的第一個 API 呼叫 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再試：https://api.dicebear.com/6.x/pixel-art/svg?seed=azunyan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→ 用她名字生成的像素大頭貼！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solidFill>
            <a:srgbClr val="0D0D0D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88"/>
                </a:solidFill>
                <a:latin typeface="Menlo"/>
              </a:defRPr>
            </a:pPr>
            <a:r>
              <a:t>   https://dog.ceo/api/breeds/image/random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33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✅ Check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JS 黃金公式：當___，對___，做___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API = 讓程式叫外送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「我呼叫了 API！還生成了自己的大頭貼！」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你的天氣 APP、IG、Uber 每天都在做一樣的事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E135"/>
                </a:solidFill>
              </a:defRPr>
            </a:pPr>
            <a:r>
              <a:t>Block 5 ▸ 主菜③：Git 第二輪 + 歷史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獨立完成 Git 循環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她自己選改什麼（CSS 顏色、文字、任何東西）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這次 Jones 少說話，讓她自己來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卡住了才提示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四步走完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再去 GitHub 確認 ✅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「你剛剛完全靠自己做到了」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solidFill>
            <a:srgbClr val="0D0D0D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88"/>
                </a:solidFill>
                <a:latin typeface="Menlo"/>
              </a:defRPr>
            </a:pPr>
            <a:r>
              <a:t>git status              ← 看到紅色</a:t>
            </a:r>
            <a:br/>
            <a:r>
              <a:t>git add .               ← 選好</a:t>
            </a:r>
            <a:br/>
            <a:r>
              <a:t>git commit -m "她寫的"   ← 存檔</a:t>
            </a:r>
            <a:br/>
            <a:r>
              <a:t>git push                ← 上傳！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🎮 看看你的存檔紀錄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每一行 = 一個存檔點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以後改一百次都能回來看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solidFill>
            <a:srgbClr val="0D0D0D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88"/>
                </a:solidFill>
                <a:latin typeface="Menlo"/>
              </a:defRPr>
            </a:pPr>
            <a:r>
              <a:t>$ git log --oneline</a:t>
            </a:r>
            <a:br/>
            <a:br/>
            <a:r>
              <a:t>abc1234 改了 CSS 顏色          ← 剛剛的！</a:t>
            </a:r>
            <a:br/>
            <a:r>
              <a:t>def5678 改了首頁標題            ← 第一次！</a:t>
            </a:r>
            <a:br/>
            <a:r>
              <a:t>ghi9012 first commit           ← 最早的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44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🎮 帶走這張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solidFill>
            <a:srgbClr val="0D0D0D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88"/>
                </a:solidFill>
                <a:latin typeface="Menlo"/>
              </a:defRPr>
            </a:pPr>
            <a:r>
              <a:t>┌─────────────────────────────────────────┐</a:t>
            </a:r>
            <a:br/>
            <a:r>
              <a:t>│  🎮 Git 六大指令速查                      │</a:t>
            </a:r>
            <a:br/>
            <a:r>
              <a:t>│                                          │</a:t>
            </a:r>
            <a:br/>
            <a:r>
              <a:t>│  git clone &lt;URL&gt;    → 下載專案            │</a:t>
            </a:r>
            <a:br/>
            <a:r>
              <a:t>│  git status         → 看看改了什麼        │</a:t>
            </a:r>
            <a:br/>
            <a:r>
              <a:t>│  git add .          → 選好要存的          │</a:t>
            </a:r>
            <a:br/>
            <a:r>
              <a:t>│  git commit -m "…"  → 存檔 + 備忘        │</a:t>
            </a:r>
            <a:br/>
            <a:r>
              <a:t>│  git push           → 上傳到 GitHub       │</a:t>
            </a:r>
            <a:br/>
            <a:r>
              <a:t>│  git pull           → 下載最新版          │</a:t>
            </a:r>
            <a:br/>
            <a:r>
              <a:t>│                                          │</a:t>
            </a:r>
            <a:br/>
            <a:r>
              <a:t>│  日常：改 → status → add → commit → push  │</a:t>
            </a:r>
            <a:br/>
            <a:r>
              <a:t>└─────────────────────────────────────────┘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11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E135"/>
                </a:solidFill>
              </a:defRPr>
            </a:pPr>
            <a:r>
              <a:t>Block 6 ▸ 甜點 + 收尾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11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🤖 你的論文助手（Jones 操作）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notebooklm.google.com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上傳一篇她的東亞史 PDF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問它：「用簡單的話解釋主要論點」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問它：「幫我列 5 個考題」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殺手功能：Audio Overview → 生成 Podcast！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兩個 AI 用對話方式討論她的論文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完全免費 / 支援中日文 / 只根據你的資料回答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11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用說話的方式寫程式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Vibe Coding = 用自然語言告訴 AI 你要什麼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AI 幫你寫程式碼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你不用會寫，但要能看懂它寫的對不對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→ 這就是為什麼我們先學基礎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以後你可以說：「幫我的網站加一個深色模式按鈕」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AI 就會幫你寫好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11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品牌網站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solidFill>
            <a:srgbClr val="0D0D0D"/>
          </a:solidFill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FF88"/>
                </a:solidFill>
                <a:latin typeface="Menlo"/>
              </a:defRPr>
            </a:pPr>
            <a:r>
              <a:t>你現在在這 ↓</a:t>
            </a:r>
            <a:br/>
            <a:br/>
            <a:r>
              <a:t>1. ✅ 漂亮的品牌頁面（HTML + CSS + GitHub Pages）</a:t>
            </a:r>
            <a:br/>
            <a:r>
              <a:t>2. ✅ 專業的版本管理（Git CLI）← 今天學的！</a:t>
            </a:r>
            <a:br/>
            <a:r>
              <a:t>3. 🔜 加上互動能力（JavaScript 基礎）</a:t>
            </a:r>
            <a:br/>
            <a:r>
              <a:t>4. 🔜 用 AI 建更複雜的功能（Vibe Coding）</a:t>
            </a:r>
            <a:br/>
            <a:r>
              <a:t>5. 🔜 品牌電商（Shopify / 自建）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11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E135"/>
                </a:solidFill>
              </a:defRPr>
            </a:pPr>
            <a:r>
              <a:t>課後任務 &amp; 今天的總結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FFFFFF"/>
                </a:solidFill>
              </a:defRPr>
            </a:pPr>
            <a:r>
              <a:t>• ✅ 必做：自己用 Git 改一次網站（任何改動），走完 add → commit → push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📖 選做：看 サル先生のGit入門（backlog.com/ja/git-tutorial/）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• 🤖 選做：試玩 NotebookLM，上傳一篇課堂資料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11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E135"/>
                </a:solidFill>
              </a:defRPr>
            </a:pPr>
            <a:r>
              <a:t>📝 附錄：Jones 的教學備忘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